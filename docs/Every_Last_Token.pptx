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Empathize: we started from what real people were complaining about, not from a clever technical idea. Our user runs local AI on a mid-range NVIDIA card and feels the GPU is not used well. Apple Silicon Macs were ruled out because shared memory has no separate VRAM to optimize.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Define: the statement has the user's constraint built in. They should not have to change how they work. Pain one: Ollama's default GPU/CPU split is cautious, so a 14B model ran at 12.4 tokens per second. Pain two: with four agents at once, models were swapped in and out and the last agent waited 215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Ideate: most ideas were dropped for honest reasons: too expensive, did not hold up in measurement, out of reach technically, or already solved. The two survivors, smart layer placement and a multi-agent scheduler, directly attack the two pains from Define.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Prototype: Ramer sits between your agent and Ollama. You point the agent at Ramer's port instead of Ollama's. Four rules keep it honest: context-aware placement, headroom-aware choices, self-healing fallback, and a scheduler that keeps the busy model loaded.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Test: every number was measured on one real machine against Ollama's own default placement. The coding task ran through a real third-party agent and was checked independently. We also report where it does not help: web-bound research, and a model too weak for the 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Implement: requirements are Python 3.10 or newer, Ollama and a discrete NVIDIA GPU. Built and tested on Windows; Linux is untested. Honest status: the technical build is done and validated, but customer discovery has not happened yet, so the next step is interviews and feedback, which restarts the loop at Empathize.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3657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645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Empathize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22402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struggling, and how does it feel?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3337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MEANS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36118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people who have the problem before thinking about any solution.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411480"/>
            <a:ext cx="5440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DID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68580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read real forum threads, GitHub issues and Reddit posts, and ran local AI on a normal 8 GB GPU ourselves.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3246120" y="1691640"/>
            <a:ext cx="16916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383280" y="182880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“Still OOM Memory!”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383280" y="29260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user after trying every suggested fix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120640" y="1691640"/>
            <a:ext cx="1691640" cy="1828800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257800" y="182880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“Ollama works fine directly, but the agent framework is slow.”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257800" y="29260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running several agents at once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995160" y="1691640"/>
            <a:ext cx="16916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132320" y="1828800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“99% wouldn't know what VRAM is.”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132320" y="29260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commenter on r/LocalLLaMA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246120" y="3703320"/>
            <a:ext cx="5440680" cy="822960"/>
          </a:xfrm>
          <a:prstGeom prst="rect">
            <a:avLst/>
          </a:prstGeom>
          <a:solidFill>
            <a:srgbClr val="F2F2F2"/>
          </a:solidFill>
          <a:ln w="19050">
            <a:solidFill>
              <a:srgbClr val="F2F2F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429000" y="3703320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user: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local AI on an 8 to 16 GB gaming GPU and feels it isn't used well. </a:t>
            </a:r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our user: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Silicon Mac owners (shared memory, nothing to split).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3657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645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22402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real problem?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3337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MEANS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36118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what you learned into one clear problem statement everyone agrees on.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411480"/>
            <a:ext cx="5440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DID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68580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boiled the research down to one question and two measurable pains.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3246120" y="1691640"/>
            <a:ext cx="5440680" cy="1143000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20440" y="169164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might we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people with ordinary GPUs run local AI agents faster, without changing how they work?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3246120" y="3017520"/>
            <a:ext cx="262890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29000" y="31089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12.4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4663440" y="310896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per second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429000" y="3749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1, a wasted GPU: Ollama's default placement on a 14B model is safe, not fast.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057900" y="3017520"/>
            <a:ext cx="262890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40780" y="31089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215 s</a:t>
            </a:r>
            <a:endParaRPr lang="en-US" sz="3400" dirty="0"/>
          </a:p>
        </p:txBody>
      </p:sp>
      <p:sp>
        <p:nvSpPr>
          <p:cNvPr id="19" name="Text 16"/>
          <p:cNvSpPr txBox="1"/>
          <p:nvPr/>
        </p:nvSpPr>
        <p:spPr>
          <a:xfrm>
            <a:off x="7475220" y="310896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last agent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240780" y="3749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2, agents fight over it: with 4 agents at once, models are swapped in and out.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3657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645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22402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could we do about it?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3337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MEANS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36118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up with many ideas first, then choose using evidence, not hunches.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411480"/>
            <a:ext cx="5440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DID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68580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listed six ideas, tested them, and kept the two that were real, unsolved and measurable.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3246120" y="1691640"/>
            <a:ext cx="169164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BFBFB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383280" y="180136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DROPPED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3383280" y="2057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Bigger GPU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383280" y="237744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 money; users keep what they own.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120640" y="1691640"/>
            <a:ext cx="169164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BFBFB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257800" y="180136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DROPPED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5257800" y="2057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tiering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257800" y="237744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10-phase research; gains did not hold up.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995160" y="1691640"/>
            <a:ext cx="169164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BFBF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132320" y="180136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DROPPED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7132320" y="2057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MoE placement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7132320" y="237744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Ollama's API can't reach it.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246120" y="3154680"/>
            <a:ext cx="169164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BFBFB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383280" y="326440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DROPPED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3383280" y="3520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memory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3383280" y="38404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already does this well enough.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120640" y="3154680"/>
            <a:ext cx="1691640" cy="1325880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257800" y="326440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CHOSEN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5257800" y="3520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placement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5257800" y="38404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GPU/CPU split per model.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995160" y="3154680"/>
            <a:ext cx="1691640" cy="1325880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132320" y="326440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CHOSEN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7132320" y="3520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scheduler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7132320" y="38404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stop evicting each other.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3657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645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22402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build a working version?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3337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MEANS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36118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something real, quickly and cheaply, so you can learn from it.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411480"/>
            <a:ext cx="5440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DID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68580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built a working proxy, a command line tool and a desktop app, then tested it with aider and pi.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3246120" y="1691640"/>
            <a:ext cx="114300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246120" y="169164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agent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389120" y="169164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663440" y="1691640"/>
            <a:ext cx="1143000" cy="731520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663440" y="169164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Ramer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806440" y="169164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6080760" y="1691640"/>
            <a:ext cx="114300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080760" y="169164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223760" y="169164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7498080" y="1691640"/>
            <a:ext cx="114300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498080" y="169164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GPU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3246120" y="2697480"/>
            <a:ext cx="2628900" cy="822960"/>
          </a:xfrm>
          <a:prstGeom prst="rect">
            <a:avLst/>
          </a:prstGeom>
          <a:solidFill>
            <a:srgbClr val="F2F2F2"/>
          </a:solidFill>
          <a:ln w="19050">
            <a:solidFill>
              <a:srgbClr val="F2F2F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429000" y="2807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3429000" y="3108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Tuned per context length.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057900" y="2697480"/>
            <a:ext cx="2628900" cy="822960"/>
          </a:xfrm>
          <a:prstGeom prst="rect">
            <a:avLst/>
          </a:prstGeom>
          <a:solidFill>
            <a:srgbClr val="F2F2F2"/>
          </a:solidFill>
          <a:ln w="19050">
            <a:solidFill>
              <a:srgbClr val="F2F2F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240780" y="2807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Headroom-aware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240780" y="3108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 tie, keep the spare VRAM.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3246120" y="3657600"/>
            <a:ext cx="2628900" cy="822960"/>
          </a:xfrm>
          <a:prstGeom prst="rect">
            <a:avLst/>
          </a:prstGeom>
          <a:solidFill>
            <a:srgbClr val="F2F2F2"/>
          </a:solidFill>
          <a:ln w="19050">
            <a:solidFill>
              <a:srgbClr val="F2F2F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429000" y="3767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3429000" y="4069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speed drops, fall back safely.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057900" y="3657600"/>
            <a:ext cx="2628900" cy="822960"/>
          </a:xfrm>
          <a:prstGeom prst="rect">
            <a:avLst/>
          </a:prstGeom>
          <a:solidFill>
            <a:srgbClr val="F2F2F2"/>
          </a:solidFill>
          <a:ln w="19050">
            <a:solidFill>
              <a:srgbClr val="F2F2F2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240780" y="3767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6240780" y="4069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the busy model loaded.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3657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645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22402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really work?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3337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MEANS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36118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honestly, including the results you don't like.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411480"/>
            <a:ext cx="5440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DID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68580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compared Ramer with Ollama's default on a real 8 GB RTX 5060 and checked results with git diff and pytest.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3246120" y="1691640"/>
            <a:ext cx="169164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383280" y="17830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+61%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3383280" y="25146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Qwen2.5-14B decoding speed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120640" y="1691640"/>
            <a:ext cx="1691640" cy="1508760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257800" y="17830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+402%</a:t>
            </a:r>
            <a:endParaRPr lang="en-US" sz="3200" dirty="0"/>
          </a:p>
        </p:txBody>
      </p:sp>
      <p:sp>
        <p:nvSpPr>
          <p:cNvPr id="16" name="Text 13"/>
          <p:cNvSpPr txBox="1"/>
          <p:nvPr/>
        </p:nvSpPr>
        <p:spPr>
          <a:xfrm>
            <a:off x="5257800" y="25146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Qwen3.8-27B decoding speed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995160" y="1691640"/>
            <a:ext cx="169164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132320" y="17830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3200" dirty="0"/>
          </a:p>
        </p:txBody>
      </p:sp>
      <p:sp>
        <p:nvSpPr>
          <p:cNvPr id="19" name="Text 16"/>
          <p:cNvSpPr txBox="1"/>
          <p:nvPr/>
        </p:nvSpPr>
        <p:spPr>
          <a:xfrm>
            <a:off x="7132320" y="25146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waiting with 4 agents sharing a GPU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246120" y="3383280"/>
            <a:ext cx="5440680" cy="1143000"/>
          </a:xfrm>
          <a:prstGeom prst="rect">
            <a:avLst/>
          </a:prstGeom>
          <a:solidFill>
            <a:srgbClr val="F2F2F2"/>
          </a:solidFill>
          <a:ln w="19050">
            <a:solidFill>
              <a:srgbClr val="F2F2F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429000" y="3383280"/>
            <a:ext cx="5074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 faster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 real coding task (89.2 s to 55.4 s, same correct result). </a:t>
            </a:r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gain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web-bound research (19.8 s vs 19.9 s), and a model that is too weak still fails.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3657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1645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22402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people start using it?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3337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MEANS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36118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the solution in real hands and make it easy to start.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411480"/>
            <a:ext cx="5440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DID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68580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is two commands, and existing agent tools don't change.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3246120" y="1691640"/>
            <a:ext cx="169164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383280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3840480" y="1783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383280" y="23317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app/requirements.txt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120640" y="1691640"/>
            <a:ext cx="1691640" cy="1508760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257800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5715000" y="1783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257800" y="23317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FB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app.cli serve --port 11435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995160" y="1691640"/>
            <a:ext cx="1691640" cy="1508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132320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Text 18"/>
          <p:cNvSpPr txBox="1"/>
          <p:nvPr/>
        </p:nvSpPr>
        <p:spPr>
          <a:xfrm>
            <a:off x="7589520" y="1783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Repoint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7132320" y="23317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base URL: http://127.0.0.1:11435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246120" y="3383280"/>
            <a:ext cx="5440680" cy="1143000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474720" y="3383280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status: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and validated, not yet in front of real users. Next: interview real local AI users and ask for unvarnished feedback, then loop back to Empathize.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Every Last Token</dc:title>
  <dc:subject>PptxGenJS Presentation</dc:subject>
  <dc:creator>Ramer</dc:creator>
  <cp:lastModifiedBy>Ramer</cp:lastModifiedBy>
  <cp:revision>1</cp:revision>
  <dcterms:created xsi:type="dcterms:W3CDTF">2026-10-06T08:41:45Z</dcterms:created>
  <dcterms:modified xsi:type="dcterms:W3CDTF">2026-10-06T08:41:45Z</dcterms:modified>
</cp:coreProperties>
</file>